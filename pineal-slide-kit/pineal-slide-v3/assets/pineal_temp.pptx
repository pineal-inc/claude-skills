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3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8"/>
  </p:handoutMasterIdLst>
  <p:sldIdLst>
    <p:sldId id="256" r:id="rId2"/>
    <p:sldId id="259" r:id="rId3"/>
    <p:sldId id="267" r:id="rId4"/>
    <p:sldId id="268" r:id="rId5"/>
    <p:sldId id="269" r:id="rId6"/>
    <p:sldId id="270" r:id="rId7"/>
    <p:sldId id="265" r:id="rId8"/>
    <p:sldId id="261" r:id="rId9"/>
    <p:sldId id="258" r:id="rId10"/>
    <p:sldId id="260" r:id="rId11"/>
    <p:sldId id="273" r:id="rId12"/>
    <p:sldId id="274" r:id="rId13"/>
    <p:sldId id="275" r:id="rId14"/>
    <p:sldId id="276" r:id="rId15"/>
    <p:sldId id="272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9"/>
    <p:restoredTop sz="94648"/>
  </p:normalViewPr>
  <p:slideViewPr>
    <p:cSldViewPr snapToGrid="0">
      <p:cViewPr>
        <p:scale>
          <a:sx n="120" d="100"/>
          <a:sy n="120" d="100"/>
        </p:scale>
        <p:origin x="1664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3" d="100"/>
          <a:sy n="133" d="100"/>
        </p:scale>
        <p:origin x="4288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4976F22-6505-594D-B35C-D09152CDDC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D4AF2E-81AA-3398-4250-480CB1E1A4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F7DE0-D94F-7D4A-863D-F90144B54D3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EA4A2C-6EEB-BC8B-0DCD-D3531EA3E0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E3B54-BD4D-C660-E97E-10E1091DD4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F389-834F-404E-B866-A937C6A213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810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2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DC6CB5A0-7F44-210C-D358-81C3AF64D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96" t="13823" r="24459" b="36038"/>
          <a:stretch>
            <a:fillRect/>
          </a:stretch>
        </p:blipFill>
        <p:spPr>
          <a:xfrm>
            <a:off x="5700806" y="-15875"/>
            <a:ext cx="6503894" cy="6873875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04A13198-C0EC-AF6E-01F5-DFE991DAE0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63" y="5655219"/>
            <a:ext cx="1558507" cy="33019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BAAEED-D10A-6304-8839-C0604EB01CA1}"/>
              </a:ext>
            </a:extLst>
          </p:cNvPr>
          <p:cNvSpPr txBox="1"/>
          <p:nvPr userDrawn="1"/>
        </p:nvSpPr>
        <p:spPr>
          <a:xfrm>
            <a:off x="538987" y="6159633"/>
            <a:ext cx="12295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200">
                <a:solidFill>
                  <a:schemeClr val="tx1"/>
                </a:solidFill>
                <a:latin typeface="Meiryo UI"/>
                <a:ea typeface="Meiryo UI"/>
              </a:rPr>
              <a:t>株式会社ピネアル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0DCE15B5-9769-7909-9C40-7B1617868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2844225"/>
            <a:ext cx="6912256" cy="584775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3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F1697350-81F2-A787-D709-47C5CD6CBC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3735853"/>
            <a:ext cx="6912257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Meiryo UI"/>
                <a:ea typeface="Meiryo UI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○ ○ ○ ○ ○ ○</a:t>
            </a:r>
            <a:r>
              <a:rPr kumimoji="1" lang="en-US" altLang="ja-JP" dirty="0"/>
              <a:t> </a:t>
            </a:r>
            <a:r>
              <a:rPr kumimoji="1" lang="ja-JP" altLang="en-US"/>
              <a:t>御中</a:t>
            </a: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749BB12C-3953-B7DF-6DF7-DF6EF38C8C83}"/>
              </a:ext>
            </a:extLst>
          </p:cNvPr>
          <p:cNvSpPr txBox="1">
            <a:spLocks/>
          </p:cNvSpPr>
          <p:nvPr userDrawn="1"/>
        </p:nvSpPr>
        <p:spPr>
          <a:xfrm>
            <a:off x="550862" y="4192953"/>
            <a:ext cx="6912257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accent6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2000.00.00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6177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0B9A409-EE2D-B14A-E416-6BC10B0B0C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15" t="13802" r="24331" b="35983"/>
          <a:stretch>
            <a:fillRect/>
          </a:stretch>
        </p:blipFill>
        <p:spPr>
          <a:xfrm>
            <a:off x="5691281" y="-3175"/>
            <a:ext cx="6503894" cy="686117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C2C3AB6-FD78-C460-6B45-73530C299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2844225"/>
            <a:ext cx="6912256" cy="584775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3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29DEE0B-D08C-5FB9-2BA4-FD719EB65F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63" y="5655219"/>
            <a:ext cx="1558507" cy="33019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275773-6CB7-37BB-2C4E-2A44901840B4}"/>
              </a:ext>
            </a:extLst>
          </p:cNvPr>
          <p:cNvSpPr txBox="1"/>
          <p:nvPr userDrawn="1"/>
        </p:nvSpPr>
        <p:spPr>
          <a:xfrm>
            <a:off x="538987" y="6159633"/>
            <a:ext cx="12295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200">
                <a:solidFill>
                  <a:schemeClr val="tx1"/>
                </a:solidFill>
                <a:latin typeface="Meiryo UI"/>
                <a:ea typeface="Meiryo UI"/>
              </a:rPr>
              <a:t>株式会社ピネアル</a:t>
            </a:r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25196921-54F5-95EA-2099-420BFAA21C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3735853"/>
            <a:ext cx="6912257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Meiryo UI"/>
                <a:ea typeface="Meiryo UI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○ ○ ○ ○ ○ ○</a:t>
            </a:r>
            <a:r>
              <a:rPr kumimoji="1" lang="en-US" altLang="ja-JP" dirty="0"/>
              <a:t> </a:t>
            </a:r>
            <a:r>
              <a:rPr kumimoji="1" lang="ja-JP" altLang="en-US"/>
              <a:t>御中</a:t>
            </a: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C6976ACA-D3A4-FE7E-CBE8-499530DE2CE3}"/>
              </a:ext>
            </a:extLst>
          </p:cNvPr>
          <p:cNvSpPr txBox="1">
            <a:spLocks/>
          </p:cNvSpPr>
          <p:nvPr userDrawn="1"/>
        </p:nvSpPr>
        <p:spPr>
          <a:xfrm>
            <a:off x="550862" y="4192953"/>
            <a:ext cx="6912257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accent6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2000.00.00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219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2C3AB6-FD78-C460-6B45-73530C299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2844225"/>
            <a:ext cx="6912256" cy="584775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3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29DEE0B-D08C-5FB9-2BA4-FD719EB65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63" y="5655219"/>
            <a:ext cx="1558507" cy="33019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275773-6CB7-37BB-2C4E-2A44901840B4}"/>
              </a:ext>
            </a:extLst>
          </p:cNvPr>
          <p:cNvSpPr txBox="1"/>
          <p:nvPr userDrawn="1"/>
        </p:nvSpPr>
        <p:spPr>
          <a:xfrm>
            <a:off x="538987" y="6159633"/>
            <a:ext cx="12295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200">
                <a:solidFill>
                  <a:schemeClr val="tx1"/>
                </a:solidFill>
                <a:latin typeface="Meiryo UI"/>
                <a:ea typeface="Meiryo UI"/>
              </a:rPr>
              <a:t>株式会社ピネアル</a:t>
            </a:r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3FE43B6C-8E20-A177-ED64-CDEF517D35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3735853"/>
            <a:ext cx="6912257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Meiryo UI"/>
                <a:ea typeface="Meiryo UI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○ ○ ○ ○ ○ ○</a:t>
            </a:r>
            <a:r>
              <a:rPr kumimoji="1" lang="en-US" altLang="ja-JP" dirty="0"/>
              <a:t> </a:t>
            </a:r>
            <a:r>
              <a:rPr kumimoji="1" lang="ja-JP" altLang="en-US"/>
              <a:t>御中</a:t>
            </a: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A89A7AC0-87C2-6A59-8CD9-2D062DC471BF}"/>
              </a:ext>
            </a:extLst>
          </p:cNvPr>
          <p:cNvSpPr txBox="1">
            <a:spLocks/>
          </p:cNvSpPr>
          <p:nvPr userDrawn="1"/>
        </p:nvSpPr>
        <p:spPr>
          <a:xfrm>
            <a:off x="550862" y="4192953"/>
            <a:ext cx="6912257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accent6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Meiryo UI"/>
                <a:ea typeface="Meiryo UI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2000.00.00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2169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字幕 2">
            <a:extLst>
              <a:ext uri="{FF2B5EF4-FFF2-40B4-BE49-F238E27FC236}">
                <a16:creationId xmlns:a16="http://schemas.microsoft.com/office/drawing/2014/main" id="{2E30085A-4CD3-C514-0E22-9B5466E58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751" y="852742"/>
            <a:ext cx="7045387" cy="5152516"/>
          </a:xfrm>
        </p:spPr>
        <p:txBody>
          <a:bodyPr wrap="square" anchor="ctr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1400"/>
              </a:spcBef>
              <a:buFont typeface="+mj-lt"/>
              <a:buAutoNum type="arabicPeriod"/>
              <a:defRPr sz="2400" b="0" i="0">
                <a:solidFill>
                  <a:schemeClr val="tx1"/>
                </a:solidFill>
                <a:latin typeface="Meiryo UI"/>
                <a:ea typeface="Meiryo U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4" name="図 3" descr="夜に光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FACEA55F-D294-30D9-FE34-EA0E988C4E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0512" cy="6858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5EE55B-C31E-034C-6A5D-9914B9D4C5EC}"/>
              </a:ext>
            </a:extLst>
          </p:cNvPr>
          <p:cNvSpPr txBox="1"/>
          <p:nvPr userDrawn="1"/>
        </p:nvSpPr>
        <p:spPr>
          <a:xfrm>
            <a:off x="578583" y="3244333"/>
            <a:ext cx="106279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2400" dirty="0">
                <a:solidFill>
                  <a:schemeClr val="bg1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Agenda</a:t>
            </a:r>
            <a:endParaRPr kumimoji="1" lang="ja-JP" altLang="en-US" sz="2400">
              <a:solidFill>
                <a:schemeClr val="bg1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A63DE7B2-F737-68EA-917B-B21F8C847D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2635" y="6388631"/>
            <a:ext cx="1167102" cy="24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4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面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16E38DD-A926-D3FF-ADEF-1080354B6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316382"/>
            <a:ext cx="11090275" cy="430682"/>
          </a:xfr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2E30085A-4CD3-C514-0E22-9B5466E58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1098991"/>
            <a:ext cx="11090274" cy="314766"/>
          </a:xfrm>
        </p:spPr>
        <p:txBody>
          <a:bodyPr>
            <a:spAutoFit/>
          </a:bodyPr>
          <a:lstStyle>
            <a:lvl1pPr marL="285750" indent="-285750" algn="l">
              <a:lnSpc>
                <a:spcPct val="125000"/>
              </a:lnSpc>
              <a:spcBef>
                <a:spcPts val="0"/>
              </a:spcBef>
              <a:buFont typeface="Wingdings" pitchFamily="2" charset="2"/>
              <a:buChar char="ü"/>
              <a:defRPr sz="1800" b="0" i="0">
                <a:latin typeface="Meiryo UI"/>
                <a:ea typeface="Meiryo U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3ACCD0B-B02B-B820-8C11-0C236559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3CE69A6-46A6-948B-A01B-06F704BE19B6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2" y="835742"/>
            <a:ext cx="1109027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DD7CDDE-0ED5-6A85-1EF8-E13DAFD5D3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0" y="832567"/>
            <a:ext cx="87031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図 18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CCFE21F-1BF8-211F-17D8-687D37ED10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1943" y="412736"/>
            <a:ext cx="250838" cy="2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1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面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16E38DD-A926-D3FF-ADEF-1080354B6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84273"/>
            <a:ext cx="5089916" cy="307777"/>
          </a:xfrm>
        </p:spPr>
        <p:txBody>
          <a:bodyPr wrap="square" anchor="t">
            <a:spAutoFit/>
          </a:bodyPr>
          <a:lstStyle>
            <a:lvl1pPr algn="l">
              <a:lnSpc>
                <a:spcPct val="100000"/>
              </a:lnSpc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2E30085A-4CD3-C514-0E22-9B5466E58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1098991"/>
            <a:ext cx="3147079" cy="733727"/>
          </a:xfrm>
        </p:spPr>
        <p:txBody>
          <a:bodyPr wrap="square">
            <a:sp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1800" b="0" i="0">
                <a:latin typeface="Meiryo UI"/>
                <a:ea typeface="Meiryo U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3ACCD0B-B02B-B820-8C11-0C236559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3CE69A6-46A6-948B-A01B-06F704BE19B6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2" y="835742"/>
            <a:ext cx="1109027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DD7CDDE-0ED5-6A85-1EF8-E13DAFD5D3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0" y="832567"/>
            <a:ext cx="87031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C25CFD-DBC2-73B9-F44C-895C0D8A2371}"/>
              </a:ext>
            </a:extLst>
          </p:cNvPr>
          <p:cNvSpPr/>
          <p:nvPr userDrawn="1"/>
        </p:nvSpPr>
        <p:spPr>
          <a:xfrm>
            <a:off x="4262718" y="0"/>
            <a:ext cx="7929283" cy="6857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77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会社紹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16E38DD-A926-D3FF-ADEF-1080354B6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384273"/>
            <a:ext cx="11090275" cy="307777"/>
          </a:xfr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3ACCD0B-B02B-B820-8C11-0C236559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3CE69A6-46A6-948B-A01B-06F704BE19B6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2" y="835742"/>
            <a:ext cx="1109027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DD7CDDE-0ED5-6A85-1EF8-E13DAFD5D3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0860" y="832567"/>
            <a:ext cx="87031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図 18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CCFE21F-1BF8-211F-17D8-687D37ED10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1943" y="412736"/>
            <a:ext cx="250838" cy="2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1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面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25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黒いバックグラウンドの前に立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C2F68E2F-91A3-0365-E68E-F21350243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219" t="5855" b="-115"/>
          <a:stretch>
            <a:fillRect/>
          </a:stretch>
        </p:blipFill>
        <p:spPr>
          <a:xfrm rot="16200000">
            <a:off x="2702583" y="-2372904"/>
            <a:ext cx="6528319" cy="11933487"/>
          </a:xfrm>
          <a:prstGeom prst="rect">
            <a:avLst/>
          </a:prstGeom>
        </p:spPr>
      </p:pic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3ACCD0B-B02B-B820-8C11-0C236559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7938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90992649-5F00-3EBD-1D3A-FF8DB3B8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3064183"/>
            <a:ext cx="11090275" cy="707886"/>
          </a:xfrm>
        </p:spPr>
        <p:txBody>
          <a:bodyPr wrap="square" anchor="t">
            <a:spAutoFit/>
          </a:bodyPr>
          <a:lstStyle>
            <a:lvl1pPr algn="l">
              <a:lnSpc>
                <a:spcPct val="100000"/>
              </a:lnSpc>
              <a:defRPr sz="4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DC07563-B29D-0C6E-B826-4E441B8CE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97937" y="4841688"/>
            <a:ext cx="2731431" cy="1458259"/>
          </a:xfrm>
        </p:spPr>
        <p:txBody>
          <a:bodyPr anchor="b">
            <a:noAutofit/>
          </a:bodyPr>
          <a:lstStyle>
            <a:lvl1pPr algn="r">
              <a:defRPr sz="1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00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217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CD46CA-35AD-82D0-B137-92728ED6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C31C7EB-18EC-7EF8-7F8F-6685C1190DE0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5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ベース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スライド番号プレースホルダー 5">
            <a:extLst>
              <a:ext uri="{FF2B5EF4-FFF2-40B4-BE49-F238E27FC236}">
                <a16:creationId xmlns:a16="http://schemas.microsoft.com/office/drawing/2014/main" id="{3A899489-0FB9-212D-BF79-C1129E32F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46DFD5-B3A8-72BC-985F-34B3D4B17A2E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10C50E-58C7-CA76-CD13-5D7727DDD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-2129184" y="3231254"/>
            <a:ext cx="5603281" cy="332399"/>
          </a:xfrm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kumimoji="1" lang="ja-JP" altLang="en-US" sz="2400" kern="1200">
                <a:solidFill>
                  <a:schemeClr val="tx1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dirty="0" err="1"/>
              <a:t>Abcdefghijklmn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02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黒いバックグラウンドの前に立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C2F68E2F-91A3-0365-E68E-F21350243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0721" t="1849" r="10721" b="1849"/>
          <a:stretch>
            <a:fillRect/>
          </a:stretch>
        </p:blipFill>
        <p:spPr>
          <a:xfrm rot="16200000">
            <a:off x="2667000" y="-2667002"/>
            <a:ext cx="6857999" cy="1219200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32B66-6DC3-DFB7-7ED4-1B31DE4D4CD9}"/>
              </a:ext>
            </a:extLst>
          </p:cNvPr>
          <p:cNvSpPr txBox="1"/>
          <p:nvPr userDrawn="1"/>
        </p:nvSpPr>
        <p:spPr>
          <a:xfrm>
            <a:off x="288250" y="6506572"/>
            <a:ext cx="4360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000" dirty="0">
                <a:solidFill>
                  <a:schemeClr val="tx2"/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©pineal</a:t>
            </a:r>
            <a:endParaRPr kumimoji="1" lang="ja-JP" altLang="en-US" sz="1000">
              <a:solidFill>
                <a:schemeClr val="tx2"/>
              </a:solidFill>
              <a:latin typeface="Arial" panose="020B0604020202020204" pitchFamily="34" charset="0"/>
              <a:ea typeface="Meiryo UI"/>
              <a:cs typeface="Arial" panose="020B0604020202020204" pitchFamily="34" charset="0"/>
            </a:endParaRP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D2022E9C-E4A0-CC84-0FEC-C241B4F64B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6747" y="3263904"/>
            <a:ext cx="1558507" cy="33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555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968B907-7C24-0936-EC55-F8476949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286FA1-2C11-02F8-C6D4-4EE8A9F84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5E5275-55BF-9E8E-4402-45B7B5FF7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</a:lstStyle>
          <a:p>
            <a:fld id="{82117F1F-99B8-C643-9DE4-56873547DCFA}" type="datetimeFigureOut">
              <a:rPr lang="ja-JP" altLang="en-US" smtClean="0"/>
              <a:pPr/>
              <a:t>2026/3/3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A61464-C9DE-324D-792E-929AEDF68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>
                    <a:tint val="82000"/>
                  </a:schemeClr>
                </a:solidFill>
                <a:latin typeface="Meiryo UI"/>
                <a:ea typeface="Meiryo UI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58123-9178-5690-F69E-4E13F7778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Meiryo UI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212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73" r:id="rId3"/>
    <p:sldLayoutId id="2147483662" r:id="rId4"/>
    <p:sldLayoutId id="2147483650" r:id="rId5"/>
    <p:sldLayoutId id="2147483661" r:id="rId6"/>
    <p:sldLayoutId id="2147483663" r:id="rId7"/>
    <p:sldLayoutId id="2147483664" r:id="rId8"/>
    <p:sldLayoutId id="2147483671" r:id="rId9"/>
    <p:sldLayoutId id="2147483665" r:id="rId10"/>
    <p:sldLayoutId id="2147483672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 baseline="0">
          <a:solidFill>
            <a:srgbClr val="1C1A1A"/>
          </a:solidFill>
          <a:latin typeface="Meiryo UI"/>
          <a:ea typeface="Meiryo UI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1800" b="0" i="0" kern="1200" baseline="0">
          <a:solidFill>
            <a:schemeClr val="tx1"/>
          </a:solidFill>
          <a:latin typeface="Meiryo UI"/>
          <a:ea typeface="Meiryo UI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b="0" i="0" kern="1200" baseline="0">
          <a:solidFill>
            <a:schemeClr val="tx1"/>
          </a:solidFill>
          <a:latin typeface="Meiryo UI"/>
          <a:ea typeface="Meiryo UI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400" b="0" i="0" kern="1200" baseline="0">
          <a:solidFill>
            <a:schemeClr val="tx1"/>
          </a:solidFill>
          <a:latin typeface="Meiryo UI"/>
          <a:ea typeface="Meiryo UI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200" b="0" i="0" kern="1200" baseline="0">
          <a:solidFill>
            <a:schemeClr val="tx1"/>
          </a:solidFill>
          <a:latin typeface="Meiryo UI"/>
          <a:ea typeface="Meiryo UI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000" b="0" i="0" kern="1200" baseline="0">
          <a:solidFill>
            <a:schemeClr val="tx1"/>
          </a:solidFill>
          <a:latin typeface="Meiryo UI"/>
          <a:ea typeface="Meiryo UI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89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63EB077-FE46-C388-C46F-848116560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2844225"/>
            <a:ext cx="11090275" cy="584775"/>
          </a:xfrm>
        </p:spPr>
        <p:txBody>
          <a:bodyPr/>
          <a:lstStyle/>
          <a:p>
            <a:r>
              <a:rPr lang="ja-JP" altLang="en-US"/>
              <a:t>制作について</a:t>
            </a:r>
          </a:p>
        </p:txBody>
      </p:sp>
      <p:sp>
        <p:nvSpPr>
          <p:cNvPr id="7" name="字幕 6">
            <a:extLst>
              <a:ext uri="{FF2B5EF4-FFF2-40B4-BE49-F238E27FC236}">
                <a16:creationId xmlns:a16="http://schemas.microsoft.com/office/drawing/2014/main" id="{61FD2784-1AC4-2CDC-76E9-4888F3D1B25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50862" y="3735853"/>
            <a:ext cx="11090276" cy="193899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dirty="0"/>
              <a:t>2026.02.25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0156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0042-AE69-A720-6A26-898D33EC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字幕 6">
            <a:extLst>
              <a:ext uri="{FF2B5EF4-FFF2-40B4-BE49-F238E27FC236}">
                <a16:creationId xmlns:a16="http://schemas.microsoft.com/office/drawing/2014/main" id="{32BC88B3-4E35-44A5-A386-85D6DE4F4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アジェンダ</a:t>
            </a:r>
            <a:endParaRPr lang="en-US" altLang="ja-JP" dirty="0"/>
          </a:p>
          <a:p>
            <a:r>
              <a:rPr lang="ja-JP" altLang="en-US"/>
              <a:t>アジェンダ</a:t>
            </a:r>
            <a:endParaRPr lang="en-US" altLang="ja-JP" dirty="0"/>
          </a:p>
          <a:p>
            <a:r>
              <a:rPr lang="ja-JP" altLang="en-US"/>
              <a:t>アジェンダ</a:t>
            </a:r>
            <a:endParaRPr lang="en-US" altLang="ja-JP" dirty="0"/>
          </a:p>
          <a:p>
            <a:r>
              <a:rPr lang="ja-JP" altLang="en-US"/>
              <a:t>アジェンダ</a:t>
            </a:r>
          </a:p>
        </p:txBody>
      </p:sp>
    </p:spTree>
    <p:extLst>
      <p:ext uri="{BB962C8B-B14F-4D97-AF65-F5344CB8AC3E}">
        <p14:creationId xmlns:p14="http://schemas.microsoft.com/office/powerpoint/2010/main" val="174718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96480797-7E61-CD98-F4EC-50A72A70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287" y="6491183"/>
            <a:ext cx="2743200" cy="184666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370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7E94-8F18-3072-253B-D6A920E3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8888"/>
                </a:solidFill>
              </a:rPr>
              <a:t>型4は公開版に含めていません</a:t>
            </a:r>
          </a:p>
        </p:txBody>
      </p:sp>
    </p:spTree>
    <p:extLst>
      <p:ext uri="{BB962C8B-B14F-4D97-AF65-F5344CB8AC3E}">
        <p14:creationId xmlns:p14="http://schemas.microsoft.com/office/powerpoint/2010/main" val="62614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59EF-DB55-2E03-6611-5881ECE2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8888"/>
                </a:solidFill>
              </a:rPr>
              <a:t>型5は公開版に含めていません</a:t>
            </a:r>
          </a:p>
        </p:txBody>
      </p:sp>
    </p:spTree>
    <p:extLst>
      <p:ext uri="{BB962C8B-B14F-4D97-AF65-F5344CB8AC3E}">
        <p14:creationId xmlns:p14="http://schemas.microsoft.com/office/powerpoint/2010/main" val="427781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577DF-49B5-F177-554F-2C7E464E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8888"/>
                </a:solidFill>
              </a:rPr>
              <a:t>型6は公開版に含めていません</a:t>
            </a:r>
          </a:p>
        </p:txBody>
      </p:sp>
    </p:spTree>
    <p:extLst>
      <p:ext uri="{BB962C8B-B14F-4D97-AF65-F5344CB8AC3E}">
        <p14:creationId xmlns:p14="http://schemas.microsoft.com/office/powerpoint/2010/main" val="100829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02ACF-3539-6567-68E7-7F399EC37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サービス紹介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A3CBA8-2630-C8C4-F2D2-8206BF2220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01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918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B3BD-8247-F078-4E8F-C95EA3E4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5483BD0-46C0-FEE1-A6BF-D97759ABA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ダミータイトル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13877D2D-FA0A-C41C-B402-86A565E93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1098991"/>
            <a:ext cx="11090274" cy="661015"/>
          </a:xfrm>
        </p:spPr>
        <p:txBody>
          <a:bodyPr>
            <a:spAutoFit/>
          </a:bodyPr>
          <a:lstStyle/>
          <a:p>
            <a:r>
              <a:rPr lang="ja-JP" altLang="en-US"/>
              <a:t>文章はダミーです、ここに内容が入ります。文章はダミーです、ここに内容が入ります。文章はダミーです、ここに内容が入ります。文章はダミーです、ここに内容が入ります。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B427E1-9019-DE88-7655-35C2A3FB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179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D7C7-D303-7A30-058F-EE18F582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AD43424-6FE9-C2FF-5E64-E0FAA9342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ダミー文章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AF65AECE-5697-C691-3A0E-1519826D4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spAutoFit/>
          </a:bodyPr>
          <a:lstStyle/>
          <a:p>
            <a:r>
              <a:rPr lang="ja-JP" altLang="en-US"/>
              <a:t>文章はダミーです、ここに内容が入ります。文章はダミーです、ここに内容が入ります。文章はダミーです、ここに内容が入ります。文章はダミーです、ここに内容が入ります。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C0322D-D79C-D61B-DFE7-13E2D7C9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35118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568F-328D-414F-B165-CA3DFA3E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5FB3749-DD05-C184-F861-DBB8A6C751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説明ページ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4B87C9D5-5BCD-5365-E0F8-A0A1E83EC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1098991"/>
            <a:ext cx="11090274" cy="661015"/>
          </a:xfrm>
        </p:spPr>
        <p:txBody>
          <a:bodyPr>
            <a:spAutoFit/>
          </a:bodyPr>
          <a:lstStyle/>
          <a:p>
            <a:r>
              <a:rPr lang="ja-JP" altLang="en-US"/>
              <a:t>文章はダミーです、ここに内容が入ります。文章はダミーです、ここに内容が入ります。文章はダミーです、ここに内容が入ります。文章はダミーです、ここに内容が入ります。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9885F0-713C-D665-6324-8CC44675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CE1616-4846-FD40-99A0-12D6E5BF3DB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7B358185-C44B-993A-5ED0-B554E73B5217}"/>
              </a:ext>
            </a:extLst>
          </p:cNvPr>
          <p:cNvSpPr/>
          <p:nvPr/>
        </p:nvSpPr>
        <p:spPr>
          <a:xfrm>
            <a:off x="550862" y="2166947"/>
            <a:ext cx="4945164" cy="55826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6480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Meiryo UI"/>
                <a:ea typeface="Meiryo UI"/>
              </a:rPr>
              <a:t>As-Is</a:t>
            </a:r>
            <a:endParaRPr kumimoji="1" lang="ja-JP" altLang="en-US">
              <a:solidFill>
                <a:schemeClr val="tx1"/>
              </a:solidFill>
              <a:latin typeface="Meiryo UI"/>
              <a:ea typeface="Meiryo UI"/>
            </a:endParaRP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F06DB11-83C9-CD7A-D2AE-65A361460E76}"/>
              </a:ext>
            </a:extLst>
          </p:cNvPr>
          <p:cNvSpPr/>
          <p:nvPr/>
        </p:nvSpPr>
        <p:spPr>
          <a:xfrm>
            <a:off x="6695976" y="2166947"/>
            <a:ext cx="4945165" cy="558266"/>
          </a:xfrm>
          <a:prstGeom prst="round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64800" rtlCol="0" anchor="ctr"/>
          <a:lstStyle/>
          <a:p>
            <a:pPr algn="ctr"/>
            <a:r>
              <a:rPr kumimoji="1" lang="en-US" altLang="ja-JP" dirty="0">
                <a:solidFill>
                  <a:schemeClr val="accent1"/>
                </a:solidFill>
                <a:latin typeface="Meiryo UI"/>
                <a:ea typeface="Meiryo UI"/>
              </a:rPr>
              <a:t>To-Be</a:t>
            </a:r>
            <a:endParaRPr kumimoji="1" lang="ja-JP" altLang="en-US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351F6F35-4B5F-6D05-3753-4AF88BC25E3B}"/>
              </a:ext>
            </a:extLst>
          </p:cNvPr>
          <p:cNvSpPr/>
          <p:nvPr/>
        </p:nvSpPr>
        <p:spPr>
          <a:xfrm>
            <a:off x="5869807" y="2263200"/>
            <a:ext cx="452388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08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286C33-AD78-9901-D410-38DD3C305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マイルストン</a:t>
            </a:r>
          </a:p>
        </p:txBody>
      </p:sp>
      <p:sp>
        <p:nvSpPr>
          <p:cNvPr id="3" name="右矢印 2">
            <a:extLst>
              <a:ext uri="{FF2B5EF4-FFF2-40B4-BE49-F238E27FC236}">
                <a16:creationId xmlns:a16="http://schemas.microsoft.com/office/drawing/2014/main" id="{8C77D561-EA63-BFEE-2519-9A2CB4D2E9BF}"/>
              </a:ext>
            </a:extLst>
          </p:cNvPr>
          <p:cNvSpPr/>
          <p:nvPr/>
        </p:nvSpPr>
        <p:spPr>
          <a:xfrm>
            <a:off x="1051891" y="4599711"/>
            <a:ext cx="10088218" cy="95020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F73420E7-CDFE-51C3-5D39-CBBD4E5B4B0C}"/>
              </a:ext>
            </a:extLst>
          </p:cNvPr>
          <p:cNvSpPr/>
          <p:nvPr/>
        </p:nvSpPr>
        <p:spPr>
          <a:xfrm>
            <a:off x="1172456" y="4908903"/>
            <a:ext cx="318052" cy="3180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AD1CF1-7D7E-4838-D988-515777A522A4}"/>
              </a:ext>
            </a:extLst>
          </p:cNvPr>
          <p:cNvSpPr txBox="1"/>
          <p:nvPr/>
        </p:nvSpPr>
        <p:spPr>
          <a:xfrm>
            <a:off x="576502" y="3584865"/>
            <a:ext cx="1509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231615"/>
                </a:solidFill>
                <a:latin typeface="Meiryo UI"/>
                <a:ea typeface="Meiryo UI"/>
              </a:rPr>
              <a:t>キックオフ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814B5BC-41E8-2C74-E066-3E2FA68F83F7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1331482" y="3923419"/>
            <a:ext cx="1" cy="9854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9CFA24FB-41DC-CB2F-CA27-67A9010756F3}"/>
              </a:ext>
            </a:extLst>
          </p:cNvPr>
          <p:cNvSpPr/>
          <p:nvPr/>
        </p:nvSpPr>
        <p:spPr>
          <a:xfrm>
            <a:off x="3392632" y="4908903"/>
            <a:ext cx="318052" cy="3180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32831D-4205-EDEF-4CB3-408F59A5234B}"/>
              </a:ext>
            </a:extLst>
          </p:cNvPr>
          <p:cNvSpPr txBox="1"/>
          <p:nvPr/>
        </p:nvSpPr>
        <p:spPr>
          <a:xfrm>
            <a:off x="2411448" y="3076263"/>
            <a:ext cx="228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231615"/>
                </a:solidFill>
                <a:latin typeface="Meiryo UI"/>
                <a:ea typeface="Meiryo UI"/>
              </a:rPr>
              <a:t>サービススタート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DDD59A6-667F-D67B-D8F9-91815C52B20E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3551658" y="3414817"/>
            <a:ext cx="5" cy="14940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円/楕円 9">
            <a:extLst>
              <a:ext uri="{FF2B5EF4-FFF2-40B4-BE49-F238E27FC236}">
                <a16:creationId xmlns:a16="http://schemas.microsoft.com/office/drawing/2014/main" id="{2BC97ED5-DEF8-72FB-F7B1-0D7DFCF7FB4E}"/>
              </a:ext>
            </a:extLst>
          </p:cNvPr>
          <p:cNvSpPr/>
          <p:nvPr/>
        </p:nvSpPr>
        <p:spPr>
          <a:xfrm>
            <a:off x="5615797" y="4908903"/>
            <a:ext cx="318052" cy="3180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B9DCA7-0E7C-BCDD-8E79-1B287191F1CA}"/>
              </a:ext>
            </a:extLst>
          </p:cNvPr>
          <p:cNvSpPr txBox="1"/>
          <p:nvPr/>
        </p:nvSpPr>
        <p:spPr>
          <a:xfrm>
            <a:off x="5034546" y="2723016"/>
            <a:ext cx="1480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231615"/>
                </a:solidFill>
                <a:latin typeface="Meiryo UI"/>
                <a:ea typeface="Meiryo UI"/>
              </a:rPr>
              <a:t>検証・改善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E1CCABE-96EC-2756-74C1-486667535EEC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5774823" y="3061570"/>
            <a:ext cx="0" cy="1847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12">
            <a:extLst>
              <a:ext uri="{FF2B5EF4-FFF2-40B4-BE49-F238E27FC236}">
                <a16:creationId xmlns:a16="http://schemas.microsoft.com/office/drawing/2014/main" id="{122ED964-C444-80D2-169F-4109B3E62D76}"/>
              </a:ext>
            </a:extLst>
          </p:cNvPr>
          <p:cNvSpPr/>
          <p:nvPr/>
        </p:nvSpPr>
        <p:spPr>
          <a:xfrm>
            <a:off x="7835264" y="4908903"/>
            <a:ext cx="318052" cy="3180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50D23D-0A36-0E2E-74E9-6BD9F966F96C}"/>
              </a:ext>
            </a:extLst>
          </p:cNvPr>
          <p:cNvSpPr txBox="1"/>
          <p:nvPr/>
        </p:nvSpPr>
        <p:spPr>
          <a:xfrm>
            <a:off x="7254013" y="2237895"/>
            <a:ext cx="1480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231615"/>
                </a:solidFill>
                <a:latin typeface="Meiryo UI"/>
                <a:ea typeface="Meiryo UI"/>
              </a:rPr>
              <a:t>テスト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F259DD5-A65C-D63E-6920-15A1B0EEFA83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7994290" y="2576449"/>
            <a:ext cx="0" cy="2332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円/楕円 15">
            <a:extLst>
              <a:ext uri="{FF2B5EF4-FFF2-40B4-BE49-F238E27FC236}">
                <a16:creationId xmlns:a16="http://schemas.microsoft.com/office/drawing/2014/main" id="{DC2729D2-B858-87F8-EDC9-7F7B23918BF3}"/>
              </a:ext>
            </a:extLst>
          </p:cNvPr>
          <p:cNvSpPr/>
          <p:nvPr/>
        </p:nvSpPr>
        <p:spPr>
          <a:xfrm>
            <a:off x="10054730" y="4908903"/>
            <a:ext cx="318052" cy="3180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rgbClr val="231615"/>
              </a:solidFill>
              <a:latin typeface="FUTURA MEDIUM" panose="020B0602020204020303" pitchFamily="34" charset="-79"/>
              <a:ea typeface="Meiryo UI"/>
              <a:cs typeface="FUTURA MEDIUM" panose="020B0602020204020303" pitchFamily="34" charset="-79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102908A-1C14-A9BC-5801-AA5C04C79883}"/>
              </a:ext>
            </a:extLst>
          </p:cNvPr>
          <p:cNvSpPr txBox="1"/>
          <p:nvPr/>
        </p:nvSpPr>
        <p:spPr>
          <a:xfrm>
            <a:off x="9473479" y="1793525"/>
            <a:ext cx="1480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231615"/>
                </a:solidFill>
                <a:latin typeface="Meiryo UI"/>
                <a:ea typeface="Meiryo UI"/>
              </a:rPr>
              <a:t>振り返り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4F4C5C9-0B37-D0BD-3D76-DABB6E6D2271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0213756" y="2132079"/>
            <a:ext cx="0" cy="2776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角丸四角形吹き出し 18">
            <a:extLst>
              <a:ext uri="{FF2B5EF4-FFF2-40B4-BE49-F238E27FC236}">
                <a16:creationId xmlns:a16="http://schemas.microsoft.com/office/drawing/2014/main" id="{3DEF22D7-18D6-D159-4F4C-12B5ACEADBAB}"/>
              </a:ext>
            </a:extLst>
          </p:cNvPr>
          <p:cNvSpPr/>
          <p:nvPr/>
        </p:nvSpPr>
        <p:spPr>
          <a:xfrm>
            <a:off x="1865004" y="4216258"/>
            <a:ext cx="1111824" cy="517603"/>
          </a:xfrm>
          <a:prstGeom prst="wedgeRoundRectCallout">
            <a:avLst>
              <a:gd name="adj1" fmla="val -4010"/>
              <a:gd name="adj2" fmla="val 94620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en-US" altLang="ja-JP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0</a:t>
            </a:r>
            <a:r>
              <a:rPr kumimoji="1" lang="ja-JP" altLang="en-US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週間</a:t>
            </a:r>
          </a:p>
        </p:txBody>
      </p:sp>
      <p:sp>
        <p:nvSpPr>
          <p:cNvPr id="20" name="角丸四角形吹き出し 19">
            <a:extLst>
              <a:ext uri="{FF2B5EF4-FFF2-40B4-BE49-F238E27FC236}">
                <a16:creationId xmlns:a16="http://schemas.microsoft.com/office/drawing/2014/main" id="{1F59CD58-B813-64C7-3507-C692409D4230}"/>
              </a:ext>
            </a:extLst>
          </p:cNvPr>
          <p:cNvSpPr/>
          <p:nvPr/>
        </p:nvSpPr>
        <p:spPr>
          <a:xfrm>
            <a:off x="4084469" y="4216258"/>
            <a:ext cx="1111824" cy="517603"/>
          </a:xfrm>
          <a:prstGeom prst="wedgeRoundRectCallout">
            <a:avLst>
              <a:gd name="adj1" fmla="val -4010"/>
              <a:gd name="adj2" fmla="val 94620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en-US" altLang="ja-JP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0</a:t>
            </a:r>
            <a:r>
              <a:rPr kumimoji="1" lang="ja-JP" altLang="en-US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週間</a:t>
            </a:r>
          </a:p>
        </p:txBody>
      </p:sp>
      <p:sp>
        <p:nvSpPr>
          <p:cNvPr id="21" name="角丸四角形吹き出し 20">
            <a:extLst>
              <a:ext uri="{FF2B5EF4-FFF2-40B4-BE49-F238E27FC236}">
                <a16:creationId xmlns:a16="http://schemas.microsoft.com/office/drawing/2014/main" id="{14C64F7F-CB80-C4F9-B9B5-72286A16429C}"/>
              </a:ext>
            </a:extLst>
          </p:cNvPr>
          <p:cNvSpPr/>
          <p:nvPr/>
        </p:nvSpPr>
        <p:spPr>
          <a:xfrm>
            <a:off x="6346445" y="4216258"/>
            <a:ext cx="1111824" cy="517603"/>
          </a:xfrm>
          <a:prstGeom prst="wedgeRoundRectCallout">
            <a:avLst>
              <a:gd name="adj1" fmla="val -4010"/>
              <a:gd name="adj2" fmla="val 94620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en-US" altLang="ja-JP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0</a:t>
            </a:r>
            <a:r>
              <a:rPr kumimoji="1" lang="ja-JP" altLang="en-US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週間</a:t>
            </a:r>
          </a:p>
        </p:txBody>
      </p:sp>
      <p:sp>
        <p:nvSpPr>
          <p:cNvPr id="22" name="角丸四角形吹き出し 21">
            <a:extLst>
              <a:ext uri="{FF2B5EF4-FFF2-40B4-BE49-F238E27FC236}">
                <a16:creationId xmlns:a16="http://schemas.microsoft.com/office/drawing/2014/main" id="{20840F75-1743-3204-7D03-D15D288EC5FB}"/>
              </a:ext>
            </a:extLst>
          </p:cNvPr>
          <p:cNvSpPr/>
          <p:nvPr/>
        </p:nvSpPr>
        <p:spPr>
          <a:xfrm>
            <a:off x="8565910" y="4216258"/>
            <a:ext cx="1111824" cy="517603"/>
          </a:xfrm>
          <a:prstGeom prst="wedgeRoundRectCallout">
            <a:avLst>
              <a:gd name="adj1" fmla="val -4010"/>
              <a:gd name="adj2" fmla="val 94620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en-US" altLang="ja-JP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0</a:t>
            </a:r>
            <a:r>
              <a:rPr kumimoji="1" lang="ja-JP" altLang="en-US" sz="1600" b="1">
                <a:solidFill>
                  <a:schemeClr val="bg1"/>
                </a:solidFill>
                <a:latin typeface="Meiryo UI"/>
                <a:ea typeface="Meiryo UI"/>
                <a:cs typeface="FUTURA MEDIUM" panose="020B0602020204020303" pitchFamily="34" charset="-79"/>
              </a:rPr>
              <a:t>週間</a:t>
            </a:r>
          </a:p>
        </p:txBody>
      </p:sp>
    </p:spTree>
    <p:extLst>
      <p:ext uri="{BB962C8B-B14F-4D97-AF65-F5344CB8AC3E}">
        <p14:creationId xmlns:p14="http://schemas.microsoft.com/office/powerpoint/2010/main" val="193396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9C2E2-504D-21CC-6D8E-79A37105C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タイムライン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BC9C9E1-ABD9-E1EE-67A5-88844625F981}"/>
              </a:ext>
            </a:extLst>
          </p:cNvPr>
          <p:cNvGrpSpPr/>
          <p:nvPr/>
        </p:nvGrpSpPr>
        <p:grpSpPr>
          <a:xfrm>
            <a:off x="515939" y="1346926"/>
            <a:ext cx="11160124" cy="873858"/>
            <a:chOff x="2740254" y="1338761"/>
            <a:chExt cx="8321594" cy="87385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76F6265-3DC3-0A5F-92E0-27C3D30BAB10}"/>
                </a:ext>
              </a:extLst>
            </p:cNvPr>
            <p:cNvSpPr/>
            <p:nvPr/>
          </p:nvSpPr>
          <p:spPr>
            <a:xfrm>
              <a:off x="2740254" y="1338761"/>
              <a:ext cx="268605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80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0</a:t>
              </a:r>
              <a:r>
                <a:rPr kumimoji="1" lang="ja-JP" altLang="en-US" sz="160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月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40FFCBB-01AC-A7E0-FB8E-ED2375352559}"/>
                </a:ext>
              </a:extLst>
            </p:cNvPr>
            <p:cNvSpPr/>
            <p:nvPr/>
          </p:nvSpPr>
          <p:spPr>
            <a:xfrm>
              <a:off x="5558026" y="1338761"/>
              <a:ext cx="268605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800"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0</a:t>
              </a:r>
              <a:r>
                <a:rPr kumimoji="1" lang="ja-JP" altLang="en-US" sz="160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月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4419C33-4B5D-B06A-01B0-0D4E8962A924}"/>
                </a:ext>
              </a:extLst>
            </p:cNvPr>
            <p:cNvSpPr/>
            <p:nvPr/>
          </p:nvSpPr>
          <p:spPr>
            <a:xfrm>
              <a:off x="8375798" y="1338761"/>
              <a:ext cx="268605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800"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0</a:t>
              </a:r>
              <a:r>
                <a:rPr kumimoji="1" lang="ja-JP" altLang="en-US" sz="1600">
                  <a:solidFill>
                    <a:schemeClr val="tx1"/>
                  </a:solidFill>
                  <a:latin typeface="Meiryo UI"/>
                  <a:ea typeface="Meiryo UI"/>
                  <a:cs typeface="Futura Medium" panose="020B0602020204020303" pitchFamily="34" charset="-79"/>
                </a:rPr>
                <a:t>月</a:t>
              </a: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924151DF-D97E-5E59-FE19-935FBE836E7E}"/>
                </a:ext>
              </a:extLst>
            </p:cNvPr>
            <p:cNvGrpSpPr/>
            <p:nvPr/>
          </p:nvGrpSpPr>
          <p:grpSpPr>
            <a:xfrm>
              <a:off x="2740254" y="1802072"/>
              <a:ext cx="2686050" cy="410547"/>
              <a:chOff x="2116312" y="1898895"/>
              <a:chExt cx="2686050" cy="410547"/>
            </a:xfrm>
          </p:grpSpPr>
          <p:sp>
            <p:nvSpPr>
              <p:cNvPr id="16" name="角丸四角形 15">
                <a:extLst>
                  <a:ext uri="{FF2B5EF4-FFF2-40B4-BE49-F238E27FC236}">
                    <a16:creationId xmlns:a16="http://schemas.microsoft.com/office/drawing/2014/main" id="{770BBD13-7CC8-0A7E-3FEA-1951D95B2317}"/>
                  </a:ext>
                </a:extLst>
              </p:cNvPr>
              <p:cNvSpPr/>
              <p:nvPr/>
            </p:nvSpPr>
            <p:spPr>
              <a:xfrm>
                <a:off x="2116312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上旬</a:t>
                </a:r>
              </a:p>
            </p:txBody>
          </p:sp>
          <p:sp>
            <p:nvSpPr>
              <p:cNvPr id="17" name="角丸四角形 16">
                <a:extLst>
                  <a:ext uri="{FF2B5EF4-FFF2-40B4-BE49-F238E27FC236}">
                    <a16:creationId xmlns:a16="http://schemas.microsoft.com/office/drawing/2014/main" id="{47A425C9-82AA-5DA1-F78E-1AC8181002AE}"/>
                  </a:ext>
                </a:extLst>
              </p:cNvPr>
              <p:cNvSpPr/>
              <p:nvPr/>
            </p:nvSpPr>
            <p:spPr>
              <a:xfrm>
                <a:off x="3041390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中旬</a:t>
                </a:r>
              </a:p>
            </p:txBody>
          </p:sp>
          <p:sp>
            <p:nvSpPr>
              <p:cNvPr id="18" name="角丸四角形 17">
                <a:extLst>
                  <a:ext uri="{FF2B5EF4-FFF2-40B4-BE49-F238E27FC236}">
                    <a16:creationId xmlns:a16="http://schemas.microsoft.com/office/drawing/2014/main" id="{CE22B8E5-5F58-0CF3-3ED8-DDC7F1C4DABF}"/>
                  </a:ext>
                </a:extLst>
              </p:cNvPr>
              <p:cNvSpPr/>
              <p:nvPr/>
            </p:nvSpPr>
            <p:spPr>
              <a:xfrm>
                <a:off x="3966468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下旬</a:t>
                </a: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05A2B5E-7D3C-503C-078F-279BB663043F}"/>
                </a:ext>
              </a:extLst>
            </p:cNvPr>
            <p:cNvGrpSpPr/>
            <p:nvPr/>
          </p:nvGrpSpPr>
          <p:grpSpPr>
            <a:xfrm>
              <a:off x="5558026" y="1802072"/>
              <a:ext cx="2686050" cy="410547"/>
              <a:chOff x="2116312" y="1898895"/>
              <a:chExt cx="2686050" cy="410547"/>
            </a:xfrm>
          </p:grpSpPr>
          <p:sp>
            <p:nvSpPr>
              <p:cNvPr id="13" name="角丸四角形 12">
                <a:extLst>
                  <a:ext uri="{FF2B5EF4-FFF2-40B4-BE49-F238E27FC236}">
                    <a16:creationId xmlns:a16="http://schemas.microsoft.com/office/drawing/2014/main" id="{A8F571F8-E2EB-B234-8537-A878C9B1FE70}"/>
                  </a:ext>
                </a:extLst>
              </p:cNvPr>
              <p:cNvSpPr/>
              <p:nvPr/>
            </p:nvSpPr>
            <p:spPr>
              <a:xfrm>
                <a:off x="2116312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上旬</a:t>
                </a:r>
              </a:p>
            </p:txBody>
          </p:sp>
          <p:sp>
            <p:nvSpPr>
              <p:cNvPr id="14" name="角丸四角形 13">
                <a:extLst>
                  <a:ext uri="{FF2B5EF4-FFF2-40B4-BE49-F238E27FC236}">
                    <a16:creationId xmlns:a16="http://schemas.microsoft.com/office/drawing/2014/main" id="{50A1341E-9A27-584C-F356-5D96344F5C4F}"/>
                  </a:ext>
                </a:extLst>
              </p:cNvPr>
              <p:cNvSpPr/>
              <p:nvPr/>
            </p:nvSpPr>
            <p:spPr>
              <a:xfrm>
                <a:off x="3041390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中旬</a:t>
                </a:r>
              </a:p>
            </p:txBody>
          </p:sp>
          <p:sp>
            <p:nvSpPr>
              <p:cNvPr id="15" name="角丸四角形 14">
                <a:extLst>
                  <a:ext uri="{FF2B5EF4-FFF2-40B4-BE49-F238E27FC236}">
                    <a16:creationId xmlns:a16="http://schemas.microsoft.com/office/drawing/2014/main" id="{6712B4CD-B252-53FD-FC43-CE9A81F897F5}"/>
                  </a:ext>
                </a:extLst>
              </p:cNvPr>
              <p:cNvSpPr/>
              <p:nvPr/>
            </p:nvSpPr>
            <p:spPr>
              <a:xfrm>
                <a:off x="3966468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下旬</a:t>
                </a:r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48781226-6C5D-795B-FD6D-F187975D6D9D}"/>
                </a:ext>
              </a:extLst>
            </p:cNvPr>
            <p:cNvGrpSpPr/>
            <p:nvPr/>
          </p:nvGrpSpPr>
          <p:grpSpPr>
            <a:xfrm>
              <a:off x="8375798" y="1802072"/>
              <a:ext cx="2686050" cy="410547"/>
              <a:chOff x="2116312" y="1898895"/>
              <a:chExt cx="2686050" cy="410547"/>
            </a:xfrm>
          </p:grpSpPr>
          <p:sp>
            <p:nvSpPr>
              <p:cNvPr id="10" name="角丸四角形 9">
                <a:extLst>
                  <a:ext uri="{FF2B5EF4-FFF2-40B4-BE49-F238E27FC236}">
                    <a16:creationId xmlns:a16="http://schemas.microsoft.com/office/drawing/2014/main" id="{F2F647D8-161C-C735-4D08-ADFADF258D02}"/>
                  </a:ext>
                </a:extLst>
              </p:cNvPr>
              <p:cNvSpPr/>
              <p:nvPr/>
            </p:nvSpPr>
            <p:spPr>
              <a:xfrm>
                <a:off x="2116312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上旬</a:t>
                </a:r>
              </a:p>
            </p:txBody>
          </p:sp>
          <p:sp>
            <p:nvSpPr>
              <p:cNvPr id="11" name="角丸四角形 10">
                <a:extLst>
                  <a:ext uri="{FF2B5EF4-FFF2-40B4-BE49-F238E27FC236}">
                    <a16:creationId xmlns:a16="http://schemas.microsoft.com/office/drawing/2014/main" id="{2F126D0E-7238-BB95-1F58-45154392DCF5}"/>
                  </a:ext>
                </a:extLst>
              </p:cNvPr>
              <p:cNvSpPr/>
              <p:nvPr/>
            </p:nvSpPr>
            <p:spPr>
              <a:xfrm>
                <a:off x="3041390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中旬</a:t>
                </a:r>
              </a:p>
            </p:txBody>
          </p:sp>
          <p:sp>
            <p:nvSpPr>
              <p:cNvPr id="12" name="角丸四角形 11">
                <a:extLst>
                  <a:ext uri="{FF2B5EF4-FFF2-40B4-BE49-F238E27FC236}">
                    <a16:creationId xmlns:a16="http://schemas.microsoft.com/office/drawing/2014/main" id="{B33D86DD-7B17-DB43-AFCD-C88B0B576B4B}"/>
                  </a:ext>
                </a:extLst>
              </p:cNvPr>
              <p:cNvSpPr/>
              <p:nvPr/>
            </p:nvSpPr>
            <p:spPr>
              <a:xfrm>
                <a:off x="3966468" y="1898895"/>
                <a:ext cx="835894" cy="410547"/>
              </a:xfrm>
              <a:prstGeom prst="roundRect">
                <a:avLst>
                  <a:gd name="adj" fmla="val 1028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800" rtlCol="0" anchor="ctr"/>
              <a:lstStyle/>
              <a:p>
                <a:pPr algn="ctr"/>
                <a:r>
                  <a:rPr kumimoji="1" lang="ja-JP" altLang="en-US" sz="1200">
                    <a:solidFill>
                      <a:schemeClr val="tx1"/>
                    </a:solidFill>
                    <a:latin typeface="Meiryo UI"/>
                    <a:ea typeface="Meiryo UI"/>
                    <a:cs typeface="Futura Medium" panose="020B0602020204020303" pitchFamily="34" charset="-79"/>
                  </a:rPr>
                  <a:t>下旬</a:t>
                </a:r>
              </a:p>
            </p:txBody>
          </p:sp>
        </p:grpSp>
      </p:grp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2E7EF48-3FB0-005F-3870-90A3D2286783}"/>
              </a:ext>
            </a:extLst>
          </p:cNvPr>
          <p:cNvCxnSpPr>
            <a:cxnSpLocks/>
          </p:cNvCxnSpPr>
          <p:nvPr/>
        </p:nvCxnSpPr>
        <p:spPr>
          <a:xfrm flipV="1">
            <a:off x="4206175" y="1338762"/>
            <a:ext cx="0" cy="47500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89658EB-B05B-42E9-8EDB-79156D72ECE1}"/>
              </a:ext>
            </a:extLst>
          </p:cNvPr>
          <p:cNvCxnSpPr>
            <a:cxnSpLocks/>
          </p:cNvCxnSpPr>
          <p:nvPr/>
        </p:nvCxnSpPr>
        <p:spPr>
          <a:xfrm flipV="1">
            <a:off x="7982147" y="1338762"/>
            <a:ext cx="0" cy="47500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角丸四角形 11">
            <a:extLst>
              <a:ext uri="{FF2B5EF4-FFF2-40B4-BE49-F238E27FC236}">
                <a16:creationId xmlns:a16="http://schemas.microsoft.com/office/drawing/2014/main" id="{9CEAF73B-2F69-05D3-B31D-0D9BF79D7A0B}"/>
              </a:ext>
            </a:extLst>
          </p:cNvPr>
          <p:cNvSpPr/>
          <p:nvPr/>
        </p:nvSpPr>
        <p:spPr>
          <a:xfrm>
            <a:off x="517183" y="2560092"/>
            <a:ext cx="1116098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kumimoji="1"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キックオフ</a:t>
            </a:r>
          </a:p>
        </p:txBody>
      </p:sp>
      <p:sp>
        <p:nvSpPr>
          <p:cNvPr id="22" name="角丸四角形 11">
            <a:extLst>
              <a:ext uri="{FF2B5EF4-FFF2-40B4-BE49-F238E27FC236}">
                <a16:creationId xmlns:a16="http://schemas.microsoft.com/office/drawing/2014/main" id="{FCAF4CC6-5733-5428-0423-06667F84B0F2}"/>
              </a:ext>
            </a:extLst>
          </p:cNvPr>
          <p:cNvSpPr/>
          <p:nvPr/>
        </p:nvSpPr>
        <p:spPr>
          <a:xfrm>
            <a:off x="1756139" y="2560092"/>
            <a:ext cx="1116098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戦略策定</a:t>
            </a:r>
          </a:p>
        </p:txBody>
      </p:sp>
      <p:sp>
        <p:nvSpPr>
          <p:cNvPr id="23" name="角丸四角形 11">
            <a:extLst>
              <a:ext uri="{FF2B5EF4-FFF2-40B4-BE49-F238E27FC236}">
                <a16:creationId xmlns:a16="http://schemas.microsoft.com/office/drawing/2014/main" id="{AC03FF62-268C-C5D2-94A5-C51717EB102A}"/>
              </a:ext>
            </a:extLst>
          </p:cNvPr>
          <p:cNvSpPr/>
          <p:nvPr/>
        </p:nvSpPr>
        <p:spPr>
          <a:xfrm>
            <a:off x="2993081" y="2560092"/>
            <a:ext cx="1124402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クリエイティブ制作</a:t>
            </a:r>
          </a:p>
        </p:txBody>
      </p:sp>
      <p:sp>
        <p:nvSpPr>
          <p:cNvPr id="24" name="角丸四角形 11">
            <a:extLst>
              <a:ext uri="{FF2B5EF4-FFF2-40B4-BE49-F238E27FC236}">
                <a16:creationId xmlns:a16="http://schemas.microsoft.com/office/drawing/2014/main" id="{CED734BD-0071-DBCD-F9F6-7788BEC6D23C}"/>
              </a:ext>
            </a:extLst>
          </p:cNvPr>
          <p:cNvSpPr/>
          <p:nvPr/>
        </p:nvSpPr>
        <p:spPr>
          <a:xfrm>
            <a:off x="4290943" y="3434774"/>
            <a:ext cx="2365567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運用</a:t>
            </a:r>
          </a:p>
        </p:txBody>
      </p:sp>
      <p:sp>
        <p:nvSpPr>
          <p:cNvPr id="25" name="角丸四角形 11">
            <a:extLst>
              <a:ext uri="{FF2B5EF4-FFF2-40B4-BE49-F238E27FC236}">
                <a16:creationId xmlns:a16="http://schemas.microsoft.com/office/drawing/2014/main" id="{78091F57-EDFF-EAFB-22B8-C6D35E810345}"/>
              </a:ext>
            </a:extLst>
          </p:cNvPr>
          <p:cNvSpPr/>
          <p:nvPr/>
        </p:nvSpPr>
        <p:spPr>
          <a:xfrm>
            <a:off x="4290943" y="4404186"/>
            <a:ext cx="2365569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検証</a:t>
            </a:r>
          </a:p>
        </p:txBody>
      </p:sp>
      <p:sp>
        <p:nvSpPr>
          <p:cNvPr id="26" name="角丸四角形 11">
            <a:extLst>
              <a:ext uri="{FF2B5EF4-FFF2-40B4-BE49-F238E27FC236}">
                <a16:creationId xmlns:a16="http://schemas.microsoft.com/office/drawing/2014/main" id="{8AD5834F-2C02-911C-5CCA-EF69921355AE}"/>
              </a:ext>
            </a:extLst>
          </p:cNvPr>
          <p:cNvSpPr/>
          <p:nvPr/>
        </p:nvSpPr>
        <p:spPr>
          <a:xfrm>
            <a:off x="6775391" y="4404186"/>
            <a:ext cx="1121747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改善</a:t>
            </a:r>
          </a:p>
        </p:txBody>
      </p:sp>
      <p:sp>
        <p:nvSpPr>
          <p:cNvPr id="27" name="角丸四角形 11">
            <a:extLst>
              <a:ext uri="{FF2B5EF4-FFF2-40B4-BE49-F238E27FC236}">
                <a16:creationId xmlns:a16="http://schemas.microsoft.com/office/drawing/2014/main" id="{056F8E6D-F02D-6022-BE3D-95FA1923BE24}"/>
              </a:ext>
            </a:extLst>
          </p:cNvPr>
          <p:cNvSpPr/>
          <p:nvPr/>
        </p:nvSpPr>
        <p:spPr>
          <a:xfrm>
            <a:off x="8073790" y="4404186"/>
            <a:ext cx="2358689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検証</a:t>
            </a:r>
          </a:p>
        </p:txBody>
      </p:sp>
      <p:sp>
        <p:nvSpPr>
          <p:cNvPr id="28" name="角丸四角形 11">
            <a:extLst>
              <a:ext uri="{FF2B5EF4-FFF2-40B4-BE49-F238E27FC236}">
                <a16:creationId xmlns:a16="http://schemas.microsoft.com/office/drawing/2014/main" id="{7741D2A4-F67A-37D3-7B9D-32E0D7BFE0D0}"/>
              </a:ext>
            </a:extLst>
          </p:cNvPr>
          <p:cNvSpPr/>
          <p:nvPr/>
        </p:nvSpPr>
        <p:spPr>
          <a:xfrm>
            <a:off x="10555043" y="4404186"/>
            <a:ext cx="1118059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改善</a:t>
            </a:r>
          </a:p>
        </p:txBody>
      </p:sp>
      <p:sp>
        <p:nvSpPr>
          <p:cNvPr id="29" name="角丸四角形 11">
            <a:extLst>
              <a:ext uri="{FF2B5EF4-FFF2-40B4-BE49-F238E27FC236}">
                <a16:creationId xmlns:a16="http://schemas.microsoft.com/office/drawing/2014/main" id="{BBA98103-BB7C-093D-E1CE-B67386A02A01}"/>
              </a:ext>
            </a:extLst>
          </p:cNvPr>
          <p:cNvSpPr/>
          <p:nvPr/>
        </p:nvSpPr>
        <p:spPr>
          <a:xfrm>
            <a:off x="8077385" y="3434774"/>
            <a:ext cx="2354671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ja-JP" altLang="en-US" sz="1400">
                <a:solidFill>
                  <a:schemeClr val="accent1"/>
                </a:solidFill>
                <a:latin typeface="Meiryo UI"/>
                <a:ea typeface="Meiryo UI"/>
              </a:rPr>
              <a:t>運用</a:t>
            </a:r>
          </a:p>
        </p:txBody>
      </p:sp>
      <p:sp>
        <p:nvSpPr>
          <p:cNvPr id="30" name="角丸四角形 11">
            <a:extLst>
              <a:ext uri="{FF2B5EF4-FFF2-40B4-BE49-F238E27FC236}">
                <a16:creationId xmlns:a16="http://schemas.microsoft.com/office/drawing/2014/main" id="{5BC423DC-827E-0674-D8F7-9658BD6D98C3}"/>
              </a:ext>
            </a:extLst>
          </p:cNvPr>
          <p:cNvSpPr/>
          <p:nvPr/>
        </p:nvSpPr>
        <p:spPr>
          <a:xfrm>
            <a:off x="6775391" y="5372154"/>
            <a:ext cx="1121747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n-US" altLang="ja-JP" sz="1400">
                <a:solidFill>
                  <a:schemeClr val="accent1"/>
                </a:solidFill>
                <a:latin typeface="Meiryo UI"/>
                <a:ea typeface="Meiryo UI"/>
              </a:rPr>
              <a:t>MTG</a:t>
            </a:r>
            <a:endParaRPr lang="ja-JP" altLang="en-US" sz="140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31" name="角丸四角形 11">
            <a:extLst>
              <a:ext uri="{FF2B5EF4-FFF2-40B4-BE49-F238E27FC236}">
                <a16:creationId xmlns:a16="http://schemas.microsoft.com/office/drawing/2014/main" id="{48AE74C4-FE27-59BC-BB1B-52EDDB3948F0}"/>
              </a:ext>
            </a:extLst>
          </p:cNvPr>
          <p:cNvSpPr/>
          <p:nvPr/>
        </p:nvSpPr>
        <p:spPr>
          <a:xfrm>
            <a:off x="10555042" y="5372154"/>
            <a:ext cx="1118059" cy="757491"/>
          </a:xfrm>
          <a:prstGeom prst="roundRect">
            <a:avLst>
              <a:gd name="adj" fmla="val 5435"/>
            </a:avLst>
          </a:prstGeom>
          <a:solidFill>
            <a:schemeClr val="accent3">
              <a:alpha val="61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n-US" altLang="ja-JP" sz="1400">
                <a:solidFill>
                  <a:schemeClr val="accent1"/>
                </a:solidFill>
                <a:latin typeface="Meiryo UI"/>
                <a:ea typeface="Meiryo UI"/>
              </a:rPr>
              <a:t>MTG</a:t>
            </a:r>
            <a:endParaRPr lang="ja-JP" altLang="en-US" sz="1400">
              <a:solidFill>
                <a:schemeClr val="accent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32917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20D47-EBF8-F2F6-686B-51DE63827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プロジェクト体制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BF179E44-966F-EE66-8EF6-D2696CF6C206}"/>
              </a:ext>
            </a:extLst>
          </p:cNvPr>
          <p:cNvSpPr/>
          <p:nvPr/>
        </p:nvSpPr>
        <p:spPr>
          <a:xfrm>
            <a:off x="2849058" y="1639525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プロジェクトマネージャー</a:t>
            </a:r>
            <a:endParaRPr lang="en-US" altLang="ja-JP" sz="1600" dirty="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 dirty="0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F823FD-E82D-27B9-B5E7-855BD1303434}"/>
              </a:ext>
            </a:extLst>
          </p:cNvPr>
          <p:cNvSpPr/>
          <p:nvPr/>
        </p:nvSpPr>
        <p:spPr>
          <a:xfrm>
            <a:off x="514351" y="1341439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CE3E97F-FC0F-D7CD-710F-57088E212FF0}"/>
              </a:ext>
            </a:extLst>
          </p:cNvPr>
          <p:cNvSpPr/>
          <p:nvPr/>
        </p:nvSpPr>
        <p:spPr>
          <a:xfrm>
            <a:off x="514351" y="3096582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66C74E-E48C-F7F2-F30F-522B4A9D45F5}"/>
              </a:ext>
            </a:extLst>
          </p:cNvPr>
          <p:cNvSpPr/>
          <p:nvPr/>
        </p:nvSpPr>
        <p:spPr>
          <a:xfrm>
            <a:off x="514351" y="4849360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84D4BB9-B4DE-979B-7589-CBC1588B74FA}"/>
              </a:ext>
            </a:extLst>
          </p:cNvPr>
          <p:cNvSpPr/>
          <p:nvPr/>
        </p:nvSpPr>
        <p:spPr>
          <a:xfrm>
            <a:off x="2849058" y="3394668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ディレクター</a:t>
            </a:r>
            <a:endParaRPr lang="en-US" altLang="ja-JP" sz="160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>
              <a:latin typeface="Meiryo UI"/>
              <a:ea typeface="Meiryo U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5829A5-5975-8D52-111E-F3D642A914A0}"/>
              </a:ext>
            </a:extLst>
          </p:cNvPr>
          <p:cNvSpPr/>
          <p:nvPr/>
        </p:nvSpPr>
        <p:spPr>
          <a:xfrm>
            <a:off x="2849058" y="5147446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デザイナー</a:t>
            </a:r>
            <a:endParaRPr lang="en-US" altLang="ja-JP" sz="160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>
              <a:latin typeface="Meiryo UI"/>
              <a:ea typeface="Meiryo U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53078F-8184-7764-EC1A-F3AF529A552A}"/>
              </a:ext>
            </a:extLst>
          </p:cNvPr>
          <p:cNvSpPr/>
          <p:nvPr/>
        </p:nvSpPr>
        <p:spPr>
          <a:xfrm>
            <a:off x="8430706" y="1639525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エンジニア</a:t>
            </a:r>
            <a:endParaRPr lang="en-US" altLang="ja-JP" sz="160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>
              <a:latin typeface="Meiryo UI"/>
              <a:ea typeface="Meiryo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952588-95DE-2FC9-F89D-29B95A647FAC}"/>
              </a:ext>
            </a:extLst>
          </p:cNvPr>
          <p:cNvSpPr/>
          <p:nvPr/>
        </p:nvSpPr>
        <p:spPr>
          <a:xfrm>
            <a:off x="6095999" y="1341439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D457120-081A-E7AF-26B5-920186440E01}"/>
              </a:ext>
            </a:extLst>
          </p:cNvPr>
          <p:cNvSpPr/>
          <p:nvPr/>
        </p:nvSpPr>
        <p:spPr>
          <a:xfrm>
            <a:off x="6095999" y="3096582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922253-1F78-D050-4C27-9993B4C75AC6}"/>
              </a:ext>
            </a:extLst>
          </p:cNvPr>
          <p:cNvSpPr/>
          <p:nvPr/>
        </p:nvSpPr>
        <p:spPr>
          <a:xfrm>
            <a:off x="6095999" y="4849360"/>
            <a:ext cx="2026829" cy="1387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ED1701D-8A10-CB12-F1F8-EE352791A1D9}"/>
              </a:ext>
            </a:extLst>
          </p:cNvPr>
          <p:cNvSpPr/>
          <p:nvPr/>
        </p:nvSpPr>
        <p:spPr>
          <a:xfrm>
            <a:off x="8430706" y="3394668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コーダー</a:t>
            </a:r>
            <a:endParaRPr lang="en-US" altLang="ja-JP" sz="160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>
              <a:latin typeface="Meiryo UI"/>
              <a:ea typeface="Meiryo UI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C05C120-941D-D782-5F33-DC06A07E1F24}"/>
              </a:ext>
            </a:extLst>
          </p:cNvPr>
          <p:cNvSpPr/>
          <p:nvPr/>
        </p:nvSpPr>
        <p:spPr>
          <a:xfrm>
            <a:off x="8430706" y="5147446"/>
            <a:ext cx="2752969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600">
                <a:latin typeface="Meiryo UI"/>
                <a:ea typeface="Meiryo UI"/>
              </a:rPr>
              <a:t>ライター</a:t>
            </a:r>
            <a:endParaRPr lang="en-US" altLang="ja-JP" sz="1600">
              <a:latin typeface="Meiryo UI"/>
              <a:ea typeface="Meiryo UI"/>
            </a:endParaRPr>
          </a:p>
          <a:p>
            <a:pPr>
              <a:lnSpc>
                <a:spcPct val="140000"/>
              </a:lnSpc>
            </a:pPr>
            <a:r>
              <a:rPr lang="ja-JP" altLang="en-US">
                <a:latin typeface="Meiryo UI"/>
                <a:ea typeface="Meiryo UI"/>
              </a:rPr>
              <a:t>山田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太郎</a:t>
            </a:r>
            <a:endParaRPr lang="en-US" altLang="ja-JP"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534417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C6744-E9BE-B210-0E9E-D2CE23CBB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お見積り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C202D71-AE52-CC6C-279F-827BBFF3E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835221"/>
              </p:ext>
            </p:extLst>
          </p:nvPr>
        </p:nvGraphicFramePr>
        <p:xfrm>
          <a:off x="550862" y="1272562"/>
          <a:ext cx="7125843" cy="3393558"/>
        </p:xfrm>
        <a:graphic>
          <a:graphicData uri="http://schemas.openxmlformats.org/drawingml/2006/table">
            <a:tbl>
              <a:tblPr firstRow="1" bandRow="1">
                <a:noFill/>
                <a:tableStyleId>{8EC20E35-A176-4012-BC5E-935CFFF8708E}</a:tableStyleId>
              </a:tblPr>
              <a:tblGrid>
                <a:gridCol w="2809026">
                  <a:extLst>
                    <a:ext uri="{9D8B030D-6E8A-4147-A177-3AD203B41FA5}">
                      <a16:colId xmlns:a16="http://schemas.microsoft.com/office/drawing/2014/main" val="3338512237"/>
                    </a:ext>
                  </a:extLst>
                </a:gridCol>
                <a:gridCol w="1438939">
                  <a:extLst>
                    <a:ext uri="{9D8B030D-6E8A-4147-A177-3AD203B41FA5}">
                      <a16:colId xmlns:a16="http://schemas.microsoft.com/office/drawing/2014/main" val="3862549975"/>
                    </a:ext>
                  </a:extLst>
                </a:gridCol>
                <a:gridCol w="1438939">
                  <a:extLst>
                    <a:ext uri="{9D8B030D-6E8A-4147-A177-3AD203B41FA5}">
                      <a16:colId xmlns:a16="http://schemas.microsoft.com/office/drawing/2014/main" val="1565279675"/>
                    </a:ext>
                  </a:extLst>
                </a:gridCol>
                <a:gridCol w="1438939">
                  <a:extLst>
                    <a:ext uri="{9D8B030D-6E8A-4147-A177-3AD203B41FA5}">
                      <a16:colId xmlns:a16="http://schemas.microsoft.com/office/drawing/2014/main" val="1339319619"/>
                    </a:ext>
                  </a:extLst>
                </a:gridCol>
              </a:tblGrid>
              <a:tr h="377062">
                <a:tc>
                  <a:txBody>
                    <a:bodyPr/>
                    <a:lstStyle/>
                    <a:p>
                      <a:r>
                        <a:rPr kumimoji="1" lang="ja-JP" altLang="en-US" sz="1200" b="0" i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i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単価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i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i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価格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248871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06643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855972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460309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605686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40589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564269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836608"/>
                  </a:ext>
                </a:extLst>
              </a:tr>
              <a:tr h="377062"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i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146040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83A418-CFCF-23E6-E6C2-3AA0B47400D5}"/>
              </a:ext>
            </a:extLst>
          </p:cNvPr>
          <p:cNvSpPr txBox="1"/>
          <p:nvPr/>
        </p:nvSpPr>
        <p:spPr>
          <a:xfrm>
            <a:off x="8261497" y="1888267"/>
            <a:ext cx="3379640" cy="1475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400">
                <a:latin typeface="Meiryo UI"/>
                <a:ea typeface="Meiryo UI"/>
              </a:rPr>
              <a:t>文章はダミーです、ここに内容が入ります。文章はダミーです、ここに内容が入ります。文章はダミーです、ここに内容が入ります。文章はダミーです、ここに内容が入ります。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E7C42235-0317-9115-6C75-FFC62A66B23A}"/>
              </a:ext>
            </a:extLst>
          </p:cNvPr>
          <p:cNvSpPr/>
          <p:nvPr/>
        </p:nvSpPr>
        <p:spPr>
          <a:xfrm>
            <a:off x="8261497" y="1272562"/>
            <a:ext cx="3379639" cy="460545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bIns="64800" rtlCol="0" anchor="ctr"/>
          <a:lstStyle/>
          <a:p>
            <a:r>
              <a:rPr kumimoji="1" lang="ja-JP" altLang="en-US" sz="1400">
                <a:solidFill>
                  <a:schemeClr val="bg1"/>
                </a:solidFill>
                <a:latin typeface="Meiryo UI"/>
                <a:ea typeface="Meiryo UI"/>
              </a:rPr>
              <a:t>補足</a:t>
            </a:r>
          </a:p>
        </p:txBody>
      </p:sp>
    </p:spTree>
    <p:extLst>
      <p:ext uri="{BB962C8B-B14F-4D97-AF65-F5344CB8AC3E}">
        <p14:creationId xmlns:p14="http://schemas.microsoft.com/office/powerpoint/2010/main" val="52467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8888"/>
                </a:solidFill>
              </a:rPr>
              <a:t>型15は公開版に含めていません</a:t>
            </a:r>
          </a:p>
        </p:txBody>
      </p:sp>
    </p:spTree>
    <p:extLst>
      <p:ext uri="{BB962C8B-B14F-4D97-AF65-F5344CB8AC3E}">
        <p14:creationId xmlns:p14="http://schemas.microsoft.com/office/powerpoint/2010/main" val="1108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2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pineal">
      <a:dk1>
        <a:srgbClr val="1C1A1A"/>
      </a:dk1>
      <a:lt1>
        <a:srgbClr val="FFFFFF"/>
      </a:lt1>
      <a:dk2>
        <a:srgbClr val="939292"/>
      </a:dk2>
      <a:lt2>
        <a:srgbClr val="F6F3F3"/>
      </a:lt2>
      <a:accent1>
        <a:srgbClr val="D21E2C"/>
      </a:accent1>
      <a:accent2>
        <a:srgbClr val="A01423"/>
      </a:accent2>
      <a:accent3>
        <a:srgbClr val="F1E5E5"/>
      </a:accent3>
      <a:accent4>
        <a:srgbClr val="C8A064"/>
      </a:accent4>
      <a:accent5>
        <a:srgbClr val="F5EBE6"/>
      </a:accent5>
      <a:accent6>
        <a:srgbClr val="6B7180"/>
      </a:accent6>
      <a:hlink>
        <a:srgbClr val="1B55FF"/>
      </a:hlink>
      <a:folHlink>
        <a:srgbClr val="0C306F"/>
      </a:folHlink>
    </a:clrScheme>
    <a:fontScheme name="Office">
      <a:majorFont>
        <a:latin typeface="Meiryo UI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smtClean="0">
            <a:latin typeface="Meiryo UI"/>
            <a:ea typeface="Meiryo UI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Words>756</Words>
  <Application>Microsoft Macintosh PowerPoint</Application>
  <PresentationFormat>ワイド画面</PresentationFormat>
  <Paragraphs>118</Paragraphs>
  <Slides>16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pineal テンプレート（公開版）</dc:title>
  <dc:creator>株式会社ピネアル</dc:creator>
  <cp:lastModifiedBy>株式会社ピネアル</cp:lastModifiedBy>
  <cp:revision>44</cp:revision>
  <dcterms:created xsi:type="dcterms:W3CDTF">2026-02-25T12:35:46Z</dcterms:created>
  <dcterms:modified xsi:type="dcterms:W3CDTF">2026-03-03T09:58:23Z</dcterms:modified>
</cp:coreProperties>
</file>